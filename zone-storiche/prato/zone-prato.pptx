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storiche di consegna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storica Prato — dai punti di consegna NEXIVE alle aree dei driver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novembre 2019 – marzo 2020  ·  518.343 consegne geolocalizzate  ·  146 giorni  ·  55 postini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po/f1_giorn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1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giorno di consegne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830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1 nov 2019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colore è un postino: giorno dopo giorno le aree personali emergono da sole.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po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po/f2_giorni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2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giorni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1.256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1–2 nov 2019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colore è un postino: giorno dopo giorno le aree personali emergono da sole.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po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po/f3_settim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3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settimana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21.185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prima settimana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disegno delle aree comincia a ripetersi: ognuno tiene le sue.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po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po/f4_me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4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mese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133.629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novembre 2019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Città divisa a spicchi, campagna a settori: la struttura è già leggibile.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po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po/f5_perio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5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Tutto il periodo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517.643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nov 2019 – mar 2020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piana intera: Prato, Sesto, Campi, Calenzano, Montemurlo, Poggio a Caiano, Signa e il cuneo fiorentino di Brozzi-Osmannoro.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po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5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po/f6_zone_pass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17 zone storiche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· bilanciate sul carico e contigue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76,0%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13232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coerenza: quota di punti del driver dominante di zona nel giorno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0" y="48006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da 80 a 290 punti/giorno; la zona 12 è il quartiere fiorentino nord-ovest storicamente servito da Prato.</a:t>
            </a:r>
            <a:endParaRPr lang="en-US" sz="1450" dirty="0"/>
          </a:p>
        </p:txBody>
      </p:sp>
    </p:spTree>
  </p:cSld>
  <p:clrMapOvr>
    <a:masterClrMapping/>
  </p:clrMapOvr>
  <p:transition spd="med" advClick="1" advTm="25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po/f7_aree_fina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 2 e 3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Un'area unica per giro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poligoni: 16 sulla piana + il cuneo di Firenze NO, tutti sulla filiale HUB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13232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territorio attribuito: ogni consegna futura cade in un giro preciso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0" y="48006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tinte piene sono le celle con storia; il resto del territorio è attribuito al giro più vicino. Shape pronti per GEO_GIRI.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Prossimi passi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68680" y="20574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91640" y="20116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 delle zone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24231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17 aree della piana pratese sono in attesa di approvazione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34290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29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33832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Memorizzazione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37947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in GEO_GIRI della filiale HUB (36) con prefisso PO2020-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48006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800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47548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51663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pipeline sulle altre filiali con storico NEXIVE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2026-07-26T16:43:50Z</dcterms:created>
  <dcterms:modified xsi:type="dcterms:W3CDTF">2026-07-26T16:43:50Z</dcterms:modified>
</cp:coreProperties>
</file>