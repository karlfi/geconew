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Livorno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195.430 consegne geolocalizzate  ·  113 giorni  ·  22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l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l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9.674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l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36.482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l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122.767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geolocalizzati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mesi di storia. Altre 72.478 consegne senza geolocalizzazione puntuale sono escluse dal calcolo.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l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12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cittadine da 42 a 130 punti/giorno: in città i postini ruotano più che nei territori estesi.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li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poligoni: 12 giri sul comune di Livorno + Isola di Capraia dedicata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comune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99,95% delle consegne storiche è nel comune di Livorno: il territorio dei giri è il comune, non la provincia.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12 aree cittadine + Capraia sono in attesa di approvazione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29 con prefisso LI2020- (script pronto)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prossime filiali: Prato, Siena, Empoli, Portoferraio…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2026-07-26T11:37:54Z</dcterms:created>
  <dcterms:modified xsi:type="dcterms:W3CDTF">2026-07-26T11:37:54Z</dcterms:modified>
</cp:coreProperties>
</file>