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Siena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96.762 consegne geolocalizzate  ·  113 giorni  ·  13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4–5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6.563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23.542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96.310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mesi di storia: la base su cui calcolare le zone.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i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19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91,9%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da 8 a 69 punti/giorno: con 3-4 postini fissi le aree personali sono nettissime.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i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Un'area unica per giro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 · uno per giro, senza sovrapposizioni né aree scoperte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territorio attribuito: ogni consegna futura cade in un giro preciso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tinte piene sono le celle con storia; il resto del territorio è attribuito al giro più vicino. Shape pronti per GEO_GIRI.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19 aree del comune di Siena sono in attesa di approvazione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30 con prefisso SI2020- (script pronto)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pipeline sulle altre filiali con storico NEXIVE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2026-07-26T11:55:00Z</dcterms:created>
  <dcterms:modified xsi:type="dcterms:W3CDTF">2026-07-26T11:55:00Z</dcterms:modified>
</cp:coreProperties>
</file>