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storiche di consegna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Grosseto — dai punti di consegna NEXIVE alle aree dei driver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2019 – marzo 2020  ·  144.824 consegne geolocalizzate  ·  113 giorni  ·  21 postini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1_giorn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1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giorno di consegne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985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2_giorn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2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giorni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4–5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3_settim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3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settimana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8.080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prima settimana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disegno delle aree comincia a ripetersi: ognuno tiene le sue.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4_m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4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53.376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novembre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divisa a spicchi, campagna a settori: la struttura è già leggibile.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5_peri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5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Tutto il periodo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144.824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 2019 – mar 2020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mesi di storia: la base su cui calcolare le zone.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5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6_zone_pass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16 zone storiche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· bilanciate sul carico e contigue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84,3%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coerenza: quota di punti del driver dominante di zona nel giorno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urbane da 76–116 punti/giorno; nelle aree esterne il driver storico è quasi unico (fino al 98–100%).</a:t>
            </a:r>
            <a:endParaRPr lang="en-US" sz="1450" dirty="0"/>
          </a:p>
        </p:txBody>
      </p:sp>
    </p:spTree>
  </p:cSld>
  <p:clrMapOvr>
    <a:masterClrMapping/>
  </p:clrMapOvr>
  <p:transition spd="med" advClick="1" advTm="25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7_aree_fina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 2 e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Un'area unica per giro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poligoni · uno per giro, senza sovrapposizioni né aree scoperte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territorio attribuito: ogni consegna futura cade in un giro preciso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tinte piene sono le celle con storia; il resto del territorio è attribuito al giro più vicino. Shape pronti per GEO_GIRI.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Prossimi passi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delle zone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24231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16 aree di Grosseto sono in attesa di approvazione definitiva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3832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Memorizzazione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794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in GEO_GIRI della filiale 31 (script SQL già pronto, via 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7548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5166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pipeline sulle altre filiali con storico NEXIVE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2026-07-26T11:09:03Z</dcterms:created>
  <dcterms:modified xsi:type="dcterms:W3CDTF">2026-07-26T11:09:03Z</dcterms:modified>
</cp:coreProperties>
</file>