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storiche di consegna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Grosseto — dai punti di consegna NEXIVE alle aree dei driver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novembre 2019 – marzo 2020  ·  144.824 consegne geolocalizzate  ·  113 giorni  ·  21 postini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1_giorn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1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giorno di consegne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2_giorni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2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 giorni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4–5 nov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colore è un postino: giorno dopo giorno le aree personali emergono da sole.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3_settim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3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settimana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8.080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prima settimana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disegno delle aree comincia a ripetersi: ognuno tiene le sue.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4_m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4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mese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53.376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novembre 2019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Città divisa a spicchi, campagna a settori: la struttura è già leggibile.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2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5_perio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PROGRESSIONE — 5 / 5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Tutto il periodo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144.824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consegna · nov 2019 – mar 2020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mesi di storia: la base su cui calcolare le zone.</a:t>
            </a:r>
            <a:endParaRPr lang="en-US" sz="1450" dirty="0"/>
          </a:p>
        </p:txBody>
      </p:sp>
      <p:pic>
        <p:nvPicPr>
          <p:cNvPr id="8" name="Image 1" descr="C:/Users/Carlo/AppData/Local/Temp/claude/C--progetti-AI-TWEB/53fa87f8-62f2-4876-98a8-b6325d6172f6/scratchpad/frames/legenda_dri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892040"/>
            <a:ext cx="2468880" cy="1673352"/>
          </a:xfrm>
          <a:prstGeom prst="rect">
            <a:avLst/>
          </a:prstGeom>
        </p:spPr>
      </p:pic>
    </p:spTree>
  </p:cSld>
  <p:clrMapOvr>
    <a:masterClrMapping/>
  </p:clrMapOvr>
  <p:transition spd="med" advClick="1" advTm="15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6_zone_pass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16 zone storiche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· bilanciate sul carico e contigue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84,3%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coerenza: quota di punti del driver dominante di zona nel giorno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urbane da 76–116 punti/giorno; nelle aree esterne il driver storico è quasi unico (fino al 98–100%).</a:t>
            </a:r>
            <a:endParaRPr lang="en-US" sz="1450" dirty="0"/>
          </a:p>
        </p:txBody>
      </p:sp>
    </p:spTree>
  </p:cSld>
  <p:clrMapOvr>
    <a:masterClrMapping/>
  </p:clrMapOvr>
  <p:transition spd="med" advClick="1" advTm="25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arlo/AppData/Local/Temp/claude/C--progetti-AI-TWEB/53fa87f8-62f2-4876-98a8-b6325d6172f6/scratchpad/frames/f7_aree_final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5741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0" y="502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 2 e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132320" y="8686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Aree complete e contorni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132320" y="21488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13232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celle a bassa densità attribuite alla zona più vicina (passo 2)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132320" y="4206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MULTIPOLYGON pronti per GEO_GIRI (passo 3)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132320" y="48006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tinte piene sono le celle storiche, le tinte chiare le aree attribuite; i bordi sono i contorni definitivi.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Prossimi passi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20116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 delle zone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91640" y="24231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16 aree di Grosseto sono in attesa di approvazione definitiva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4290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3832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Memorizzazione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794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in GEO_GIRI della filiale 31 (script SQL già pronto, via 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7548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51663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pipeline sulle altre filiali con storico NEXIVE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2026-07-25T18:11:19Z</dcterms:created>
  <dcterms:modified xsi:type="dcterms:W3CDTF">2026-07-25T18:11:19Z</dcterms:modified>
</cp:coreProperties>
</file>